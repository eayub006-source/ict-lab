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919CE-9BD6-481C-BA30-CEFB48D48064}" v="167" dt="2025-10-25T18:40:57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>
        <p:scale>
          <a:sx n="60" d="100"/>
          <a:sy n="60" d="100"/>
        </p:scale>
        <p:origin x="1704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hal Ayub" userId="8bde734e-e7eb-4df8-8a6d-4cd7d20dd5d8" providerId="ADAL" clId="{AF5583B8-14E0-43A0-A4FA-E41F27FD40F0}"/>
    <pc:docChg chg="undo custSel addSld delSld modSld">
      <pc:chgData name="Eshal Ayub" userId="8bde734e-e7eb-4df8-8a6d-4cd7d20dd5d8" providerId="ADAL" clId="{AF5583B8-14E0-43A0-A4FA-E41F27FD40F0}" dt="2025-10-25T18:40:57.220" v="838"/>
      <pc:docMkLst>
        <pc:docMk/>
      </pc:docMkLst>
      <pc:sldChg chg="addSp delSp modSp mod modTransition">
        <pc:chgData name="Eshal Ayub" userId="8bde734e-e7eb-4df8-8a6d-4cd7d20dd5d8" providerId="ADAL" clId="{AF5583B8-14E0-43A0-A4FA-E41F27FD40F0}" dt="2025-10-25T18:40:40.598" v="834"/>
        <pc:sldMkLst>
          <pc:docMk/>
          <pc:sldMk cId="109857222" sldId="256"/>
        </pc:sldMkLst>
        <pc:spChg chg="mod">
          <ac:chgData name="Eshal Ayub" userId="8bde734e-e7eb-4df8-8a6d-4cd7d20dd5d8" providerId="ADAL" clId="{AF5583B8-14E0-43A0-A4FA-E41F27FD40F0}" dt="2025-10-25T18:37:07.815" v="788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Eshal Ayub" userId="8bde734e-e7eb-4df8-8a6d-4cd7d20dd5d8" providerId="ADAL" clId="{AF5583B8-14E0-43A0-A4FA-E41F27FD40F0}" dt="2025-10-25T18:37:34.422" v="800" actId="103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Eshal Ayub" userId="8bde734e-e7eb-4df8-8a6d-4cd7d20dd5d8" providerId="ADAL" clId="{AF5583B8-14E0-43A0-A4FA-E41F27FD40F0}" dt="2025-10-23T08:26:30.276" v="717" actId="26606"/>
          <ac:spMkLst>
            <pc:docMk/>
            <pc:sldMk cId="109857222" sldId="256"/>
            <ac:spMk id="4112" creationId="{7DE3B1B8-DC38-48E8-8C31-EF790659B582}"/>
          </ac:spMkLst>
        </pc:spChg>
        <pc:spChg chg="add">
          <ac:chgData name="Eshal Ayub" userId="8bde734e-e7eb-4df8-8a6d-4cd7d20dd5d8" providerId="ADAL" clId="{AF5583B8-14E0-43A0-A4FA-E41F27FD40F0}" dt="2025-10-23T08:26:30.276" v="717" actId="26606"/>
          <ac:spMkLst>
            <pc:docMk/>
            <pc:sldMk cId="109857222" sldId="256"/>
            <ac:spMk id="4114" creationId="{9E63FFFE-1DB2-4A0F-B495-35782F162299}"/>
          </ac:spMkLst>
        </pc:spChg>
        <pc:spChg chg="add">
          <ac:chgData name="Eshal Ayub" userId="8bde734e-e7eb-4df8-8a6d-4cd7d20dd5d8" providerId="ADAL" clId="{AF5583B8-14E0-43A0-A4FA-E41F27FD40F0}" dt="2025-10-23T08:26:30.276" v="717" actId="26606"/>
          <ac:spMkLst>
            <pc:docMk/>
            <pc:sldMk cId="109857222" sldId="256"/>
            <ac:spMk id="4118" creationId="{0AB6E427-3F73-4C06-A5D5-AE52C3883B50}"/>
          </ac:spMkLst>
        </pc:spChg>
        <pc:spChg chg="add">
          <ac:chgData name="Eshal Ayub" userId="8bde734e-e7eb-4df8-8a6d-4cd7d20dd5d8" providerId="ADAL" clId="{AF5583B8-14E0-43A0-A4FA-E41F27FD40F0}" dt="2025-10-23T08:26:30.276" v="717" actId="26606"/>
          <ac:spMkLst>
            <pc:docMk/>
            <pc:sldMk cId="109857222" sldId="256"/>
            <ac:spMk id="4120" creationId="{D8C9BDAA-0390-4B39-9B5C-BC95E5120DA4}"/>
          </ac:spMkLst>
        </pc:spChg>
        <pc:spChg chg="add">
          <ac:chgData name="Eshal Ayub" userId="8bde734e-e7eb-4df8-8a6d-4cd7d20dd5d8" providerId="ADAL" clId="{AF5583B8-14E0-43A0-A4FA-E41F27FD40F0}" dt="2025-10-23T08:26:30.276" v="717" actId="26606"/>
          <ac:spMkLst>
            <pc:docMk/>
            <pc:sldMk cId="109857222" sldId="256"/>
            <ac:spMk id="4122" creationId="{F9DB1FE5-9D46-433B-99D1-2F1B8DC79855}"/>
          </ac:spMkLst>
        </pc:spChg>
        <pc:picChg chg="add mod ord">
          <ac:chgData name="Eshal Ayub" userId="8bde734e-e7eb-4df8-8a6d-4cd7d20dd5d8" providerId="ADAL" clId="{AF5583B8-14E0-43A0-A4FA-E41F27FD40F0}" dt="2025-10-23T08:34:27.165" v="758" actId="14100"/>
          <ac:picMkLst>
            <pc:docMk/>
            <pc:sldMk cId="109857222" sldId="256"/>
            <ac:picMk id="4098" creationId="{BC48F370-4B15-1486-4ABC-312CE3AE32DA}"/>
          </ac:picMkLst>
        </pc:picChg>
      </pc:sldChg>
      <pc:sldChg chg="addSp delSp modSp mod modTransition setBg">
        <pc:chgData name="Eshal Ayub" userId="8bde734e-e7eb-4df8-8a6d-4cd7d20dd5d8" providerId="ADAL" clId="{AF5583B8-14E0-43A0-A4FA-E41F27FD40F0}" dt="2025-10-25T18:40:44.221" v="835"/>
        <pc:sldMkLst>
          <pc:docMk/>
          <pc:sldMk cId="2804067552" sldId="257"/>
        </pc:sldMkLst>
        <pc:spChg chg="mod">
          <ac:chgData name="Eshal Ayub" userId="8bde734e-e7eb-4df8-8a6d-4cd7d20dd5d8" providerId="ADAL" clId="{AF5583B8-14E0-43A0-A4FA-E41F27FD40F0}" dt="2025-10-25T18:39:20.700" v="823" actId="404"/>
          <ac:spMkLst>
            <pc:docMk/>
            <pc:sldMk cId="2804067552" sldId="257"/>
            <ac:spMk id="2" creationId="{E39D7287-6954-9C25-A661-86A6AB12E248}"/>
          </ac:spMkLst>
        </pc:spChg>
        <pc:spChg chg="add mod ord">
          <ac:chgData name="Eshal Ayub" userId="8bde734e-e7eb-4df8-8a6d-4cd7d20dd5d8" providerId="ADAL" clId="{AF5583B8-14E0-43A0-A4FA-E41F27FD40F0}" dt="2025-10-25T18:39:09.185" v="821" actId="255"/>
          <ac:spMkLst>
            <pc:docMk/>
            <pc:sldMk cId="2804067552" sldId="257"/>
            <ac:spMk id="4" creationId="{C248D448-57B8-697C-E1E7-DDFBC9479419}"/>
          </ac:spMkLst>
        </pc:spChg>
        <pc:spChg chg="mod ord">
          <ac:chgData name="Eshal Ayub" userId="8bde734e-e7eb-4df8-8a6d-4cd7d20dd5d8" providerId="ADAL" clId="{AF5583B8-14E0-43A0-A4FA-E41F27FD40F0}" dt="2025-10-23T08:17:06.645" v="644" actId="26606"/>
          <ac:spMkLst>
            <pc:docMk/>
            <pc:sldMk cId="2804067552" sldId="257"/>
            <ac:spMk id="6" creationId="{5090A7AB-CB4A-B80C-DDD1-6F2936222CF2}"/>
          </ac:spMkLst>
        </pc:spChg>
        <pc:spChg chg="add">
          <ac:chgData name="Eshal Ayub" userId="8bde734e-e7eb-4df8-8a6d-4cd7d20dd5d8" providerId="ADAL" clId="{AF5583B8-14E0-43A0-A4FA-E41F27FD40F0}" dt="2025-10-23T08:17:06.645" v="644" actId="26606"/>
          <ac:spMkLst>
            <pc:docMk/>
            <pc:sldMk cId="2804067552" sldId="257"/>
            <ac:spMk id="1032" creationId="{08CB54FC-0B2A-4107-9A70-958B90B76585}"/>
          </ac:spMkLst>
        </pc:spChg>
        <pc:spChg chg="add">
          <ac:chgData name="Eshal Ayub" userId="8bde734e-e7eb-4df8-8a6d-4cd7d20dd5d8" providerId="ADAL" clId="{AF5583B8-14E0-43A0-A4FA-E41F27FD40F0}" dt="2025-10-23T08:17:06.645" v="644" actId="26606"/>
          <ac:spMkLst>
            <pc:docMk/>
            <pc:sldMk cId="2804067552" sldId="257"/>
            <ac:spMk id="1036" creationId="{6587DBF8-5C50-4034-8B79-FE54A01A8E15}"/>
          </ac:spMkLst>
        </pc:spChg>
        <pc:spChg chg="add">
          <ac:chgData name="Eshal Ayub" userId="8bde734e-e7eb-4df8-8a6d-4cd7d20dd5d8" providerId="ADAL" clId="{AF5583B8-14E0-43A0-A4FA-E41F27FD40F0}" dt="2025-10-23T08:17:06.645" v="644" actId="26606"/>
          <ac:spMkLst>
            <pc:docMk/>
            <pc:sldMk cId="2804067552" sldId="257"/>
            <ac:spMk id="1038" creationId="{14720853-E885-4BE5-BFE2-24004CEF6952}"/>
          </ac:spMkLst>
        </pc:spChg>
        <pc:picChg chg="add mod">
          <ac:chgData name="Eshal Ayub" userId="8bde734e-e7eb-4df8-8a6d-4cd7d20dd5d8" providerId="ADAL" clId="{AF5583B8-14E0-43A0-A4FA-E41F27FD40F0}" dt="2025-10-23T08:17:36.260" v="650" actId="14100"/>
          <ac:picMkLst>
            <pc:docMk/>
            <pc:sldMk cId="2804067552" sldId="257"/>
            <ac:picMk id="1027" creationId="{4DE2C62B-86D2-FDF8-256B-B81E60314FCF}"/>
          </ac:picMkLst>
        </pc:picChg>
        <pc:cxnChg chg="add">
          <ac:chgData name="Eshal Ayub" userId="8bde734e-e7eb-4df8-8a6d-4cd7d20dd5d8" providerId="ADAL" clId="{AF5583B8-14E0-43A0-A4FA-E41F27FD40F0}" dt="2025-10-23T08:17:06.645" v="644" actId="26606"/>
          <ac:cxnSpMkLst>
            <pc:docMk/>
            <pc:sldMk cId="2804067552" sldId="257"/>
            <ac:cxnSpMk id="1034" creationId="{7855A9B5-1710-4B19-B0F1-CDFDD4ED5B7E}"/>
          </ac:cxnSpMkLst>
        </pc:cxnChg>
      </pc:sldChg>
      <pc:sldChg chg="addSp delSp modSp mod modTransition setBg">
        <pc:chgData name="Eshal Ayub" userId="8bde734e-e7eb-4df8-8a6d-4cd7d20dd5d8" providerId="ADAL" clId="{AF5583B8-14E0-43A0-A4FA-E41F27FD40F0}" dt="2025-10-25T18:40:48.445" v="836"/>
        <pc:sldMkLst>
          <pc:docMk/>
          <pc:sldMk cId="3397118930" sldId="258"/>
        </pc:sldMkLst>
        <pc:spChg chg="mod">
          <ac:chgData name="Eshal Ayub" userId="8bde734e-e7eb-4df8-8a6d-4cd7d20dd5d8" providerId="ADAL" clId="{AF5583B8-14E0-43A0-A4FA-E41F27FD40F0}" dt="2025-10-25T18:39:35.131" v="825" actId="2711"/>
          <ac:spMkLst>
            <pc:docMk/>
            <pc:sldMk cId="3397118930" sldId="258"/>
            <ac:spMk id="2" creationId="{FE43232B-6F69-C1B3-3733-F27FDFF6ED54}"/>
          </ac:spMkLst>
        </pc:spChg>
        <pc:spChg chg="add mod ord">
          <ac:chgData name="Eshal Ayub" userId="8bde734e-e7eb-4df8-8a6d-4cd7d20dd5d8" providerId="ADAL" clId="{AF5583B8-14E0-43A0-A4FA-E41F27FD40F0}" dt="2025-10-25T18:39:42.748" v="827" actId="404"/>
          <ac:spMkLst>
            <pc:docMk/>
            <pc:sldMk cId="3397118930" sldId="258"/>
            <ac:spMk id="4" creationId="{4C21D62D-BFA0-2BFD-C3CA-2E9CB06761C8}"/>
          </ac:spMkLst>
        </pc:spChg>
        <pc:spChg chg="mod ord">
          <ac:chgData name="Eshal Ayub" userId="8bde734e-e7eb-4df8-8a6d-4cd7d20dd5d8" providerId="ADAL" clId="{AF5583B8-14E0-43A0-A4FA-E41F27FD40F0}" dt="2025-10-23T08:18:37.841" v="658" actId="26606"/>
          <ac:spMkLst>
            <pc:docMk/>
            <pc:sldMk cId="3397118930" sldId="258"/>
            <ac:spMk id="6" creationId="{A7577BF8-4425-F22B-20E4-82E053ACEA12}"/>
          </ac:spMkLst>
        </pc:spChg>
        <pc:spChg chg="add">
          <ac:chgData name="Eshal Ayub" userId="8bde734e-e7eb-4df8-8a6d-4cd7d20dd5d8" providerId="ADAL" clId="{AF5583B8-14E0-43A0-A4FA-E41F27FD40F0}" dt="2025-10-23T08:18:58.870" v="660" actId="26606"/>
          <ac:spMkLst>
            <pc:docMk/>
            <pc:sldMk cId="3397118930" sldId="258"/>
            <ac:spMk id="2087" creationId="{80861964-D86C-4A50-8F6D-B466384A61B1}"/>
          </ac:spMkLst>
        </pc:spChg>
        <pc:spChg chg="add">
          <ac:chgData name="Eshal Ayub" userId="8bde734e-e7eb-4df8-8a6d-4cd7d20dd5d8" providerId="ADAL" clId="{AF5583B8-14E0-43A0-A4FA-E41F27FD40F0}" dt="2025-10-23T08:18:58.870" v="660" actId="26606"/>
          <ac:spMkLst>
            <pc:docMk/>
            <pc:sldMk cId="3397118930" sldId="258"/>
            <ac:spMk id="2091" creationId="{02CE8509-9E93-4D74-BF24-661F111C72AB}"/>
          </ac:spMkLst>
        </pc:spChg>
        <pc:spChg chg="add">
          <ac:chgData name="Eshal Ayub" userId="8bde734e-e7eb-4df8-8a6d-4cd7d20dd5d8" providerId="ADAL" clId="{AF5583B8-14E0-43A0-A4FA-E41F27FD40F0}" dt="2025-10-23T08:18:58.870" v="660" actId="26606"/>
          <ac:spMkLst>
            <pc:docMk/>
            <pc:sldMk cId="3397118930" sldId="258"/>
            <ac:spMk id="2093" creationId="{66E8BA98-E13C-403B-AC96-75E203799CC0}"/>
          </ac:spMkLst>
        </pc:spChg>
        <pc:picChg chg="add mod">
          <ac:chgData name="Eshal Ayub" userId="8bde734e-e7eb-4df8-8a6d-4cd7d20dd5d8" providerId="ADAL" clId="{AF5583B8-14E0-43A0-A4FA-E41F27FD40F0}" dt="2025-10-23T08:19:45.228" v="669" actId="14100"/>
          <ac:picMkLst>
            <pc:docMk/>
            <pc:sldMk cId="3397118930" sldId="258"/>
            <ac:picMk id="2051" creationId="{5BD4F665-462D-C0E2-14BC-BEE571D63B5D}"/>
          </ac:picMkLst>
        </pc:picChg>
        <pc:cxnChg chg="add">
          <ac:chgData name="Eshal Ayub" userId="8bde734e-e7eb-4df8-8a6d-4cd7d20dd5d8" providerId="ADAL" clId="{AF5583B8-14E0-43A0-A4FA-E41F27FD40F0}" dt="2025-10-23T08:18:58.870" v="660" actId="26606"/>
          <ac:cxnSpMkLst>
            <pc:docMk/>
            <pc:sldMk cId="3397118930" sldId="258"/>
            <ac:cxnSpMk id="2089" creationId="{754A678E-8F30-4E92-A5BF-F5D03D011394}"/>
          </ac:cxnSpMkLst>
        </pc:cxnChg>
      </pc:sldChg>
      <pc:sldChg chg="addSp delSp modSp mod modTransition setBg">
        <pc:chgData name="Eshal Ayub" userId="8bde734e-e7eb-4df8-8a6d-4cd7d20dd5d8" providerId="ADAL" clId="{AF5583B8-14E0-43A0-A4FA-E41F27FD40F0}" dt="2025-10-25T18:40:52.245" v="837"/>
        <pc:sldMkLst>
          <pc:docMk/>
          <pc:sldMk cId="2299054232" sldId="259"/>
        </pc:sldMkLst>
        <pc:spChg chg="mod">
          <ac:chgData name="Eshal Ayub" userId="8bde734e-e7eb-4df8-8a6d-4cd7d20dd5d8" providerId="ADAL" clId="{AF5583B8-14E0-43A0-A4FA-E41F27FD40F0}" dt="2025-10-25T18:40:14.643" v="831" actId="1076"/>
          <ac:spMkLst>
            <pc:docMk/>
            <pc:sldMk cId="2299054232" sldId="259"/>
            <ac:spMk id="2" creationId="{383378A9-42F7-110C-1E56-41492E2FFF01}"/>
          </ac:spMkLst>
        </pc:spChg>
        <pc:spChg chg="add mod">
          <ac:chgData name="Eshal Ayub" userId="8bde734e-e7eb-4df8-8a6d-4cd7d20dd5d8" providerId="ADAL" clId="{AF5583B8-14E0-43A0-A4FA-E41F27FD40F0}" dt="2025-10-25T18:40:24.560" v="833" actId="1076"/>
          <ac:spMkLst>
            <pc:docMk/>
            <pc:sldMk cId="2299054232" sldId="259"/>
            <ac:spMk id="4" creationId="{3A9A8009-E159-9559-DB25-EBA8BDEFA5DC}"/>
          </ac:spMkLst>
        </pc:spChg>
        <pc:spChg chg="mod ord">
          <ac:chgData name="Eshal Ayub" userId="8bde734e-e7eb-4df8-8a6d-4cd7d20dd5d8" providerId="ADAL" clId="{AF5583B8-14E0-43A0-A4FA-E41F27FD40F0}" dt="2025-10-23T08:22:40.632" v="685" actId="26606"/>
          <ac:spMkLst>
            <pc:docMk/>
            <pc:sldMk cId="2299054232" sldId="259"/>
            <ac:spMk id="6" creationId="{1A15303B-AE9F-2FDB-C005-CF47029208E8}"/>
          </ac:spMkLst>
        </pc:spChg>
        <pc:spChg chg="add del">
          <ac:chgData name="Eshal Ayub" userId="8bde734e-e7eb-4df8-8a6d-4cd7d20dd5d8" providerId="ADAL" clId="{AF5583B8-14E0-43A0-A4FA-E41F27FD40F0}" dt="2025-10-25T18:35:52.946" v="778" actId="26606"/>
          <ac:spMkLst>
            <pc:docMk/>
            <pc:sldMk cId="2299054232" sldId="259"/>
            <ac:spMk id="3084" creationId="{80861964-D86C-4A50-8F6D-B466384A61B1}"/>
          </ac:spMkLst>
        </pc:spChg>
        <pc:spChg chg="add del">
          <ac:chgData name="Eshal Ayub" userId="8bde734e-e7eb-4df8-8a6d-4cd7d20dd5d8" providerId="ADAL" clId="{AF5583B8-14E0-43A0-A4FA-E41F27FD40F0}" dt="2025-10-25T18:35:52.946" v="778" actId="26606"/>
          <ac:spMkLst>
            <pc:docMk/>
            <pc:sldMk cId="2299054232" sldId="259"/>
            <ac:spMk id="3088" creationId="{02CE8509-9E93-4D74-BF24-661F111C72AB}"/>
          </ac:spMkLst>
        </pc:spChg>
        <pc:spChg chg="add del">
          <ac:chgData name="Eshal Ayub" userId="8bde734e-e7eb-4df8-8a6d-4cd7d20dd5d8" providerId="ADAL" clId="{AF5583B8-14E0-43A0-A4FA-E41F27FD40F0}" dt="2025-10-25T18:35:52.946" v="778" actId="26606"/>
          <ac:spMkLst>
            <pc:docMk/>
            <pc:sldMk cId="2299054232" sldId="259"/>
            <ac:spMk id="3090" creationId="{66E8BA98-E13C-403B-AC96-75E203799CC0}"/>
          </ac:spMkLst>
        </pc:spChg>
        <pc:spChg chg="add del">
          <ac:chgData name="Eshal Ayub" userId="8bde734e-e7eb-4df8-8a6d-4cd7d20dd5d8" providerId="ADAL" clId="{AF5583B8-14E0-43A0-A4FA-E41F27FD40F0}" dt="2025-10-25T18:35:52.946" v="778" actId="26606"/>
          <ac:spMkLst>
            <pc:docMk/>
            <pc:sldMk cId="2299054232" sldId="259"/>
            <ac:spMk id="3095" creationId="{D40791F6-715D-481A-9C4A-3645AECFD5A0}"/>
          </ac:spMkLst>
        </pc:spChg>
        <pc:spChg chg="add del">
          <ac:chgData name="Eshal Ayub" userId="8bde734e-e7eb-4df8-8a6d-4cd7d20dd5d8" providerId="ADAL" clId="{AF5583B8-14E0-43A0-A4FA-E41F27FD40F0}" dt="2025-10-25T18:35:52.946" v="778" actId="26606"/>
          <ac:spMkLst>
            <pc:docMk/>
            <pc:sldMk cId="2299054232" sldId="259"/>
            <ac:spMk id="3099" creationId="{CADA4CA0-9A57-4FBE-A9E5-24DFC23C3F1A}"/>
          </ac:spMkLst>
        </pc:spChg>
        <pc:spChg chg="add del">
          <ac:chgData name="Eshal Ayub" userId="8bde734e-e7eb-4df8-8a6d-4cd7d20dd5d8" providerId="ADAL" clId="{AF5583B8-14E0-43A0-A4FA-E41F27FD40F0}" dt="2025-10-25T18:35:52.946" v="778" actId="26606"/>
          <ac:spMkLst>
            <pc:docMk/>
            <pc:sldMk cId="2299054232" sldId="259"/>
            <ac:spMk id="3101" creationId="{811CBAFA-D7E0-40A7-BB94-2C05304B407B}"/>
          </ac:spMkLst>
        </pc:spChg>
        <pc:picChg chg="add mod ord">
          <ac:chgData name="Eshal Ayub" userId="8bde734e-e7eb-4df8-8a6d-4cd7d20dd5d8" providerId="ADAL" clId="{AF5583B8-14E0-43A0-A4FA-E41F27FD40F0}" dt="2025-10-25T18:36:29.351" v="787" actId="14100"/>
          <ac:picMkLst>
            <pc:docMk/>
            <pc:sldMk cId="2299054232" sldId="259"/>
            <ac:picMk id="2050" creationId="{5A8B9C35-B7B6-1E92-64CC-9E9A849CC553}"/>
          </ac:picMkLst>
        </pc:picChg>
        <pc:picChg chg="add del mod ord">
          <ac:chgData name="Eshal Ayub" userId="8bde734e-e7eb-4df8-8a6d-4cd7d20dd5d8" providerId="ADAL" clId="{AF5583B8-14E0-43A0-A4FA-E41F27FD40F0}" dt="2025-10-25T18:35:40.787" v="773" actId="478"/>
          <ac:picMkLst>
            <pc:docMk/>
            <pc:sldMk cId="2299054232" sldId="259"/>
            <ac:picMk id="3079" creationId="{1368830F-3B1A-4287-7A3D-386453E929ED}"/>
          </ac:picMkLst>
        </pc:picChg>
        <pc:cxnChg chg="add del">
          <ac:chgData name="Eshal Ayub" userId="8bde734e-e7eb-4df8-8a6d-4cd7d20dd5d8" providerId="ADAL" clId="{AF5583B8-14E0-43A0-A4FA-E41F27FD40F0}" dt="2025-10-25T18:35:52.946" v="778" actId="26606"/>
          <ac:cxnSpMkLst>
            <pc:docMk/>
            <pc:sldMk cId="2299054232" sldId="259"/>
            <ac:cxnSpMk id="3086" creationId="{754A678E-8F30-4E92-A5BF-F5D03D011394}"/>
          </ac:cxnSpMkLst>
        </pc:cxnChg>
      </pc:sldChg>
      <pc:sldChg chg="addSp delSp modSp new mod modTransition setBg">
        <pc:chgData name="Eshal Ayub" userId="8bde734e-e7eb-4df8-8a6d-4cd7d20dd5d8" providerId="ADAL" clId="{AF5583B8-14E0-43A0-A4FA-E41F27FD40F0}" dt="2025-10-25T18:40:57.220" v="838"/>
        <pc:sldMkLst>
          <pc:docMk/>
          <pc:sldMk cId="3773129914" sldId="260"/>
        </pc:sldMkLst>
        <pc:spChg chg="del mod">
          <ac:chgData name="Eshal Ayub" userId="8bde734e-e7eb-4df8-8a6d-4cd7d20dd5d8" providerId="ADAL" clId="{AF5583B8-14E0-43A0-A4FA-E41F27FD40F0}" dt="2025-10-25T18:32:34.350" v="762" actId="478"/>
          <ac:spMkLst>
            <pc:docMk/>
            <pc:sldMk cId="3773129914" sldId="260"/>
            <ac:spMk id="2" creationId="{2134B05F-8BD6-9412-E820-9DD0C120A03B}"/>
          </ac:spMkLst>
        </pc:spChg>
        <pc:spChg chg="add del mod">
          <ac:chgData name="Eshal Ayub" userId="8bde734e-e7eb-4df8-8a6d-4cd7d20dd5d8" providerId="ADAL" clId="{AF5583B8-14E0-43A0-A4FA-E41F27FD40F0}" dt="2025-10-25T18:34:09.721" v="765" actId="478"/>
          <ac:spMkLst>
            <pc:docMk/>
            <pc:sldMk cId="3773129914" sldId="260"/>
            <ac:spMk id="3" creationId="{1E116920-82D6-71FC-C597-094D397D061C}"/>
          </ac:spMkLst>
        </pc:spChg>
        <pc:spChg chg="mod">
          <ac:chgData name="Eshal Ayub" userId="8bde734e-e7eb-4df8-8a6d-4cd7d20dd5d8" providerId="ADAL" clId="{AF5583B8-14E0-43A0-A4FA-E41F27FD40F0}" dt="2025-10-23T08:31:31.777" v="749" actId="26606"/>
          <ac:spMkLst>
            <pc:docMk/>
            <pc:sldMk cId="3773129914" sldId="260"/>
            <ac:spMk id="4" creationId="{3CBDC4BA-E96C-F589-1405-0AD26731D69F}"/>
          </ac:spMkLst>
        </pc:spChg>
        <pc:spChg chg="add">
          <ac:chgData name="Eshal Ayub" userId="8bde734e-e7eb-4df8-8a6d-4cd7d20dd5d8" providerId="ADAL" clId="{AF5583B8-14E0-43A0-A4FA-E41F27FD40F0}" dt="2025-10-23T08:31:44.006" v="752" actId="26606"/>
          <ac:spMkLst>
            <pc:docMk/>
            <pc:sldMk cId="3773129914" sldId="260"/>
            <ac:spMk id="5142" creationId="{F240A2FC-E2C3-458D-96B4-5DF9028D93A5}"/>
          </ac:spMkLst>
        </pc:spChg>
        <pc:spChg chg="add">
          <ac:chgData name="Eshal Ayub" userId="8bde734e-e7eb-4df8-8a6d-4cd7d20dd5d8" providerId="ADAL" clId="{AF5583B8-14E0-43A0-A4FA-E41F27FD40F0}" dt="2025-10-23T08:31:44.006" v="752" actId="26606"/>
          <ac:spMkLst>
            <pc:docMk/>
            <pc:sldMk cId="3773129914" sldId="260"/>
            <ac:spMk id="5144" creationId="{5F097929-F3D6-4D1F-8AFC-CF348171A9E1}"/>
          </ac:spMkLst>
        </pc:spChg>
        <pc:spChg chg="add">
          <ac:chgData name="Eshal Ayub" userId="8bde734e-e7eb-4df8-8a6d-4cd7d20dd5d8" providerId="ADAL" clId="{AF5583B8-14E0-43A0-A4FA-E41F27FD40F0}" dt="2025-10-23T08:31:44.006" v="752" actId="26606"/>
          <ac:spMkLst>
            <pc:docMk/>
            <pc:sldMk cId="3773129914" sldId="260"/>
            <ac:spMk id="5148" creationId="{33428ACC-71EC-4171-9527-10983BA6B41D}"/>
          </ac:spMkLst>
        </pc:spChg>
        <pc:spChg chg="add">
          <ac:chgData name="Eshal Ayub" userId="8bde734e-e7eb-4df8-8a6d-4cd7d20dd5d8" providerId="ADAL" clId="{AF5583B8-14E0-43A0-A4FA-E41F27FD40F0}" dt="2025-10-23T08:31:44.006" v="752" actId="26606"/>
          <ac:spMkLst>
            <pc:docMk/>
            <pc:sldMk cId="3773129914" sldId="260"/>
            <ac:spMk id="5152" creationId="{2B9BBBC4-97A3-47D2-BFFE-A68530CDB9DC}"/>
          </ac:spMkLst>
        </pc:spChg>
        <pc:spChg chg="add">
          <ac:chgData name="Eshal Ayub" userId="8bde734e-e7eb-4df8-8a6d-4cd7d20dd5d8" providerId="ADAL" clId="{AF5583B8-14E0-43A0-A4FA-E41F27FD40F0}" dt="2025-10-23T08:31:44.006" v="752" actId="26606"/>
          <ac:spMkLst>
            <pc:docMk/>
            <pc:sldMk cId="3773129914" sldId="260"/>
            <ac:spMk id="5154" creationId="{78967BEA-EA6A-4FF1-94E2-B010B61A36A9}"/>
          </ac:spMkLst>
        </pc:spChg>
        <pc:picChg chg="add mod">
          <ac:chgData name="Eshal Ayub" userId="8bde734e-e7eb-4df8-8a6d-4cd7d20dd5d8" providerId="ADAL" clId="{AF5583B8-14E0-43A0-A4FA-E41F27FD40F0}" dt="2025-10-25T18:34:54.787" v="772" actId="1076"/>
          <ac:picMkLst>
            <pc:docMk/>
            <pc:sldMk cId="3773129914" sldId="260"/>
            <ac:picMk id="1026" creationId="{4C4F98A8-2353-5C41-AE8D-AEFDA7673B99}"/>
          </ac:picMkLst>
        </pc:picChg>
        <pc:picChg chg="add del mod ord">
          <ac:chgData name="Eshal Ayub" userId="8bde734e-e7eb-4df8-8a6d-4cd7d20dd5d8" providerId="ADAL" clId="{AF5583B8-14E0-43A0-A4FA-E41F27FD40F0}" dt="2025-10-25T18:34:00.977" v="764" actId="478"/>
          <ac:picMkLst>
            <pc:docMk/>
            <pc:sldMk cId="3773129914" sldId="260"/>
            <ac:picMk id="5122" creationId="{E5C61157-87EF-2471-92CD-D267C8910D6C}"/>
          </ac:picMkLst>
        </pc:picChg>
      </pc:sldChg>
      <pc:sldChg chg="del">
        <pc:chgData name="Eshal Ayub" userId="8bde734e-e7eb-4df8-8a6d-4cd7d20dd5d8" providerId="ADAL" clId="{AF5583B8-14E0-43A0-A4FA-E41F27FD40F0}" dt="2025-10-23T08:23:43.464" v="698" actId="47"/>
        <pc:sldMkLst>
          <pc:docMk/>
          <pc:sldMk cId="3865398958" sldId="260"/>
        </pc:sldMkLst>
      </pc:sldChg>
      <pc:sldChg chg="del">
        <pc:chgData name="Eshal Ayub" userId="8bde734e-e7eb-4df8-8a6d-4cd7d20dd5d8" providerId="ADAL" clId="{AF5583B8-14E0-43A0-A4FA-E41F27FD40F0}" dt="2025-10-23T08:23:44.547" v="700" actId="47"/>
        <pc:sldMkLst>
          <pc:docMk/>
          <pc:sldMk cId="2737557067" sldId="261"/>
        </pc:sldMkLst>
      </pc:sldChg>
      <pc:sldChg chg="del">
        <pc:chgData name="Eshal Ayub" userId="8bde734e-e7eb-4df8-8a6d-4cd7d20dd5d8" providerId="ADAL" clId="{AF5583B8-14E0-43A0-A4FA-E41F27FD40F0}" dt="2025-10-23T08:23:45.673" v="702" actId="47"/>
        <pc:sldMkLst>
          <pc:docMk/>
          <pc:sldMk cId="2861083540" sldId="262"/>
        </pc:sldMkLst>
      </pc:sldChg>
      <pc:sldChg chg="del">
        <pc:chgData name="Eshal Ayub" userId="8bde734e-e7eb-4df8-8a6d-4cd7d20dd5d8" providerId="ADAL" clId="{AF5583B8-14E0-43A0-A4FA-E41F27FD40F0}" dt="2025-10-23T08:23:46.753" v="704" actId="47"/>
        <pc:sldMkLst>
          <pc:docMk/>
          <pc:sldMk cId="3358966426" sldId="264"/>
        </pc:sldMkLst>
      </pc:sldChg>
      <pc:sldChg chg="del">
        <pc:chgData name="Eshal Ayub" userId="8bde734e-e7eb-4df8-8a6d-4cd7d20dd5d8" providerId="ADAL" clId="{AF5583B8-14E0-43A0-A4FA-E41F27FD40F0}" dt="2025-10-23T08:23:46.095" v="703" actId="47"/>
        <pc:sldMkLst>
          <pc:docMk/>
          <pc:sldMk cId="1349995960" sldId="265"/>
        </pc:sldMkLst>
      </pc:sldChg>
      <pc:sldChg chg="addSp delSp modSp del mod">
        <pc:chgData name="Eshal Ayub" userId="8bde734e-e7eb-4df8-8a6d-4cd7d20dd5d8" providerId="ADAL" clId="{AF5583B8-14E0-43A0-A4FA-E41F27FD40F0}" dt="2025-10-23T08:27:52.762" v="725" actId="47"/>
        <pc:sldMkLst>
          <pc:docMk/>
          <pc:sldMk cId="1719563972" sldId="266"/>
        </pc:sldMkLst>
      </pc:sldChg>
      <pc:sldChg chg="del">
        <pc:chgData name="Eshal Ayub" userId="8bde734e-e7eb-4df8-8a6d-4cd7d20dd5d8" providerId="ADAL" clId="{AF5583B8-14E0-43A0-A4FA-E41F27FD40F0}" dt="2025-10-23T08:23:44.068" v="699" actId="47"/>
        <pc:sldMkLst>
          <pc:docMk/>
          <pc:sldMk cId="2530294139" sldId="267"/>
        </pc:sldMkLst>
      </pc:sldChg>
      <pc:sldChg chg="del">
        <pc:chgData name="Eshal Ayub" userId="8bde734e-e7eb-4df8-8a6d-4cd7d20dd5d8" providerId="ADAL" clId="{AF5583B8-14E0-43A0-A4FA-E41F27FD40F0}" dt="2025-10-23T08:23:45.107" v="701" actId="47"/>
        <pc:sldMkLst>
          <pc:docMk/>
          <pc:sldMk cId="3295460928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FFDDE-97A1-42D9-A523-E0F1AF8DA53A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AB756-341E-42E7-BD8E-BEC851317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3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C6EA-42B7-4783-9593-DCD40CA6F169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607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6F88-238F-4BF7-85C0-23CB5DD1A128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48FA-0324-413A-A06A-94EFE65ED72B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58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9CDC9-62F6-4D1C-8D5F-90184ED07A22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8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3F889-73C4-4501-9349-312FA7AFC274}" type="datetime1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38941-68C7-4A39-A30D-586F432DE791}" type="datetime1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8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8EB7-D639-441B-922A-EC9AEF86A491}" type="datetime1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1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0F601B-2898-4979-8EF4-D9FC75AF2B74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4A433-E13A-4618-A68F-BE1C21F111D8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2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0F2B2-9222-40A8-A7AA-BD638991776D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48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9F68-6806-42CC-99B5-3D82F9AD827A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53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C1B4534-39F4-4F49-B637-1F8B142D9701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4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Rectangle 4111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16" name="Straight Connector 4115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18" name="Rectangle 4117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0" name="Rectangle 4119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3C59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6" y="531627"/>
            <a:ext cx="3429310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ICT LAB 4(TASK1)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588" y="2699002"/>
            <a:ext cx="3441017" cy="333551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+mn-lt"/>
              </a:rPr>
              <a:t>ESHAL AYUB</a:t>
            </a:r>
          </a:p>
          <a:p>
            <a:r>
              <a:rPr lang="en-US" sz="1800" b="1" dirty="0">
                <a:solidFill>
                  <a:srgbClr val="FFFFFF"/>
                </a:solidFill>
                <a:latin typeface="+mn-lt"/>
              </a:rPr>
              <a:t>REGISTRATION NO:B25F1061AI100</a:t>
            </a:r>
          </a:p>
          <a:p>
            <a:r>
              <a:rPr lang="en-US" sz="1800" b="1" dirty="0">
                <a:solidFill>
                  <a:srgbClr val="FFFFFF"/>
                </a:solidFill>
                <a:latin typeface="+mn-lt"/>
              </a:rPr>
              <a:t>DEPARTMENT: BSAI</a:t>
            </a:r>
          </a:p>
          <a:p>
            <a:r>
              <a:rPr lang="en-US" sz="1800" b="1" dirty="0">
                <a:solidFill>
                  <a:srgbClr val="FFFFFF"/>
                </a:solidFill>
                <a:latin typeface="+mn-lt"/>
              </a:rPr>
              <a:t>SECTION:RED</a:t>
            </a:r>
          </a:p>
        </p:txBody>
      </p:sp>
      <p:sp>
        <p:nvSpPr>
          <p:cNvPr id="4122" name="Rectangle 4121">
            <a:extLst>
              <a:ext uri="{FF2B5EF4-FFF2-40B4-BE49-F238E27FC236}">
                <a16:creationId xmlns:a16="http://schemas.microsoft.com/office/drawing/2014/main" id="{F9DB1FE5-9D46-433B-99D1-2F1B8DC79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697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98" name="Picture 2" descr="Street Art Moodboard | emmasketchbook">
            <a:extLst>
              <a:ext uri="{FF2B5EF4-FFF2-40B4-BE49-F238E27FC236}">
                <a16:creationId xmlns:a16="http://schemas.microsoft.com/office/drawing/2014/main" id="{BC48F370-4B15-1486-4ABC-312CE3AE3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5" r="9752" b="-1"/>
          <a:stretch>
            <a:fillRect/>
          </a:stretch>
        </p:blipFill>
        <p:spPr bwMode="auto">
          <a:xfrm>
            <a:off x="5003232" y="675464"/>
            <a:ext cx="6275651" cy="554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D7287-6954-9C25-A661-86A6AB12E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Aesthetic &amp; Creative Topics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Free Art Google Slides Themes and ...">
            <a:extLst>
              <a:ext uri="{FF2B5EF4-FFF2-40B4-BE49-F238E27FC236}">
                <a16:creationId xmlns:a16="http://schemas.microsoft.com/office/drawing/2014/main" id="{4DE2C62B-86D2-FDF8-256B-B81E60314F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839"/>
          <a:stretch>
            <a:fillRect/>
          </a:stretch>
        </p:blipFill>
        <p:spPr bwMode="auto">
          <a:xfrm>
            <a:off x="0" y="-1"/>
            <a:ext cx="5953566" cy="640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248D448-57B8-697C-E1E7-DDFBC94794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684" y="2198913"/>
            <a:ext cx="5551716" cy="40764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Psychology of Colors in 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colors affect emotions and moods.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Evolution of Art from Cave Paintings to Digital Media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time-travel through creativity.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Minimalism in Modern 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less really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more.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Symbolism in Van Gogh’s Paintings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his stars, sunflowers, and skies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mean.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 and Mental Health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creating and viewing art heals the mind.</a:t>
            </a: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7EDB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F4A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0A7AB-CB4A-B80C-DDD1-6F293622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67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7" name="Rectangle 2086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3232B-6F69-C1B3-3733-F27FDFF6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0604" y="634946"/>
            <a:ext cx="6910267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&amp; Historical Topics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 descr="PPT - Art History 6 PowerPoint Presentation, free download - ID:3775452">
            <a:extLst>
              <a:ext uri="{FF2B5EF4-FFF2-40B4-BE49-F238E27FC236}">
                <a16:creationId xmlns:a16="http://schemas.microsoft.com/office/drawing/2014/main" id="{5BD4F665-462D-C0E2-14BC-BEE571D63B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4" r="49936" b="2"/>
          <a:stretch>
            <a:fillRect/>
          </a:stretch>
        </p:blipFill>
        <p:spPr bwMode="auto">
          <a:xfrm>
            <a:off x="0" y="0"/>
            <a:ext cx="4639475" cy="631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9" name="Straight Connector 2088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4C21D62D-BFA0-2BFD-C3CA-2E9CB06761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33557" y="2284307"/>
            <a:ext cx="6918520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Islamic Art and Geometric Patterns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beauty in symmetry and faith.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Renaissance: A Rebirth of Art and Ideas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art reshaped the modern world.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Women in Art History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forgotten geniuses and their impact.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Pakistani Truck Art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turning highways into moving galleries.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Mughal Miniature Paintings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fine details of royal storytelling.</a:t>
            </a:r>
          </a:p>
        </p:txBody>
      </p:sp>
      <p:sp>
        <p:nvSpPr>
          <p:cNvPr id="2091" name="Rectangle 2090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BD4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93" name="Rectangle 2092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B7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77BF8-4425-F22B-20E4-82E053AC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18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4" name="Rectangle 3083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378A9-42F7-110C-1E56-41492E2F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6225" y="616298"/>
            <a:ext cx="6331777" cy="1450757"/>
          </a:xfrm>
        </p:spPr>
        <p:txBody>
          <a:bodyPr>
            <a:norm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&amp; Innovative Topics</a:t>
            </a:r>
            <a:endParaRPr lang="en-US" sz="4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86" name="Straight Connector 3085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A9A8009-E159-9559-DB25-EBA8BDEFA5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4328" y="2005432"/>
            <a:ext cx="6075569" cy="38716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26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Rise of AI Art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a machine be an artist?</a:t>
            </a:r>
          </a:p>
          <a:p>
            <a:pPr marL="0" marR="0" lvl="0" indent="0" defTabSz="914400" rtl="0" eaLnBrk="0" fontAlgn="base" latinLnBrk="0" hangingPunct="0">
              <a:lnSpc>
                <a:spcPct val="26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NFTs and the Digital Art Revolution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artists are selling pixels for millions.</a:t>
            </a:r>
          </a:p>
          <a:p>
            <a:pPr marL="0" marR="0" lvl="0" indent="0" defTabSz="914400" rtl="0" eaLnBrk="0" fontAlgn="base" latinLnBrk="0" hangingPunct="0">
              <a:lnSpc>
                <a:spcPct val="26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Street Art and Social Change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graffiti to global movements.</a:t>
            </a:r>
          </a:p>
          <a:p>
            <a:pPr marL="0" marR="0" lvl="0" indent="0" defTabSz="914400" rtl="0" eaLnBrk="0" fontAlgn="base" latinLnBrk="0" hangingPunct="0">
              <a:lnSpc>
                <a:spcPct val="26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Role of Art in Climate Awareness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painting a greener future.</a:t>
            </a:r>
          </a:p>
          <a:p>
            <a:pPr marL="0" marR="0" lvl="0" indent="0" defTabSz="914400" rtl="0" eaLnBrk="0" fontAlgn="base" latinLnBrk="0" hangingPunct="0">
              <a:lnSpc>
                <a:spcPct val="26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Reality in Art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future of immersive creativity.</a:t>
            </a:r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DB6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E7C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5303B-AE9F-2FDB-C005-CF470292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2050" name="Picture 2" descr="531,600+ Innovation Design Stock Illustrations, Royalty-Free Vector  Graphics &amp; Clip Art - iStock | Innovation concept, Technology, Robotics">
            <a:extLst>
              <a:ext uri="{FF2B5EF4-FFF2-40B4-BE49-F238E27FC236}">
                <a16:creationId xmlns:a16="http://schemas.microsoft.com/office/drawing/2014/main" id="{5A8B9C35-B7B6-1E92-64CC-9E9A849CC5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42"/>
          <a:stretch>
            <a:fillRect/>
          </a:stretch>
        </p:blipFill>
        <p:spPr bwMode="auto">
          <a:xfrm>
            <a:off x="-1" y="0"/>
            <a:ext cx="5052865" cy="633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0542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2" name="Rectangle 5141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44" name="Rectangle 5143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5146" name="Straight Connector 5145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48" name="Rectangle 5147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50" name="Straight Connector 5149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2" name="Rectangle 5151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B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54" name="Rectangle 5153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3B6A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DC4BA-E96C-F589-1405-0AD26731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C057153-B650-4DEB-B370-79DDCFDCE934}" type="slidenum">
              <a:rPr lang="en-US" smtClean="0"/>
              <a:pPr defTabSz="914400"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1026" name="Picture 2" descr="Thank You Colorful Typography Poster ...">
            <a:extLst>
              <a:ext uri="{FF2B5EF4-FFF2-40B4-BE49-F238E27FC236}">
                <a16:creationId xmlns:a16="http://schemas.microsoft.com/office/drawing/2014/main" id="{4C4F98A8-2353-5C41-AE8D-AEFDA7673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6784"/>
            <a:ext cx="12195022" cy="665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129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8E31E7A583BC42BAC2B0A64A40952C" ma:contentTypeVersion="10" ma:contentTypeDescription="Create a new document." ma:contentTypeScope="" ma:versionID="f4399f9a0eea7097f022cd76f1e86c01">
  <xsd:schema xmlns:xsd="http://www.w3.org/2001/XMLSchema" xmlns:xs="http://www.w3.org/2001/XMLSchema" xmlns:p="http://schemas.microsoft.com/office/2006/metadata/properties" xmlns:ns2="ab6a436c-d32b-46a9-9d9a-bad860e68cd1" xmlns:ns3="bc14b067-dfcc-46d9-a704-c1020d4d5984" targetNamespace="http://schemas.microsoft.com/office/2006/metadata/properties" ma:root="true" ma:fieldsID="df4dacfb2206a132961bbe7972a5c326" ns2:_="" ns3:_="">
    <xsd:import namespace="ab6a436c-d32b-46a9-9d9a-bad860e68cd1"/>
    <xsd:import namespace="bc14b067-dfcc-46d9-a704-c1020d4d5984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6a436c-d32b-46a9-9d9a-bad860e68cd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982d53a-bb51-487e-8db8-b606b23a34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4b067-dfcc-46d9-a704-c1020d4d5984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f0ea36b-0585-49e1-afae-f1d801aac40e}" ma:internalName="TaxCatchAll" ma:showField="CatchAllData" ma:web="bc14b067-dfcc-46d9-a704-c1020d4d5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6a436c-d32b-46a9-9d9a-bad860e68cd1">
      <Terms xmlns="http://schemas.microsoft.com/office/infopath/2007/PartnerControls"/>
    </lcf76f155ced4ddcb4097134ff3c332f>
    <ReferenceId xmlns="ab6a436c-d32b-46a9-9d9a-bad860e68cd1" xsi:nil="true"/>
    <TaxCatchAll xmlns="bc14b067-dfcc-46d9-a704-c1020d4d5984" xsi:nil="true"/>
  </documentManagement>
</p:properties>
</file>

<file path=customXml/itemProps1.xml><?xml version="1.0" encoding="utf-8"?>
<ds:datastoreItem xmlns:ds="http://schemas.openxmlformats.org/officeDocument/2006/customXml" ds:itemID="{62498BEF-4593-40F3-BF5B-B2C7433B34E5}"/>
</file>

<file path=customXml/itemProps2.xml><?xml version="1.0" encoding="utf-8"?>
<ds:datastoreItem xmlns:ds="http://schemas.openxmlformats.org/officeDocument/2006/customXml" ds:itemID="{AB7C8845-B854-43AB-9D8A-5F63F0837DAD}"/>
</file>

<file path=customXml/itemProps3.xml><?xml version="1.0" encoding="utf-8"?>
<ds:datastoreItem xmlns:ds="http://schemas.openxmlformats.org/officeDocument/2006/customXml" ds:itemID="{53A33CDA-F5D6-42F8-94E6-AC9E5A4713E6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271</TotalTime>
  <Words>218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Calibri</vt:lpstr>
      <vt:lpstr>Calibri Light</vt:lpstr>
      <vt:lpstr>Times New Roman</vt:lpstr>
      <vt:lpstr>Retrospect</vt:lpstr>
      <vt:lpstr>ICT LAB 4(TASK1)</vt:lpstr>
      <vt:lpstr>Aesthetic &amp; Creative Topics</vt:lpstr>
      <vt:lpstr>Cultural &amp; Historical Topics</vt:lpstr>
      <vt:lpstr>Modern &amp; Innovative Topics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Ayub</dc:creator>
  <cp:lastModifiedBy>Eshal Ayub</cp:lastModifiedBy>
  <cp:revision>395</cp:revision>
  <dcterms:created xsi:type="dcterms:W3CDTF">2025-10-12T10:41:34Z</dcterms:created>
  <dcterms:modified xsi:type="dcterms:W3CDTF">2025-10-25T18:40:59Z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0x010100178E31E7A583BC42BAC2B0A64A40952C</vt:lpwstr>
  </property>
</Properties>
</file>